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Inter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063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234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22953"/>
            <a:ext cx="6081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Role-Based Complaint Management 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1744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web-based platform built with Django, HTML, CSS, JavaScript, and SQLite to streamline complaint handling across multiple stakeholder roles.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850" y="1234083"/>
            <a:ext cx="4650224" cy="581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50" y="2235875"/>
            <a:ext cx="8183642" cy="4567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42740" y="2196584"/>
            <a:ext cx="4197191" cy="581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Transforming Complaint Management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42740" y="2930366"/>
            <a:ext cx="4197191" cy="1895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ComplaintSystem is a web-based platform designed to modernize how organizations handle citizen complaints. The system connects citizens, administrators, and department staff through a unified interface that prioritizes </a:t>
            </a:r>
            <a:r>
              <a:rPr lang="en-US" sz="1450" dirty="0">
                <a:solidFill>
                  <a:srgbClr val="00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450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efficiency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542740" y="4962882"/>
            <a:ext cx="4197191" cy="1895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implementing role-based access control, the platform ensures appropriate permissions while maintaining data security. Citizens can submit complaints with ease, administrators can manage workflows, and departments can track and resolve issues—all within a single integrated system.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2326" y="887849"/>
            <a:ext cx="4241125" cy="530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462326" y="1671638"/>
            <a:ext cx="5789414" cy="1805464"/>
          </a:xfrm>
          <a:prstGeom prst="roundRect">
            <a:avLst>
              <a:gd name="adj" fmla="val 39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39491" y="1848803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9389" y="1988701"/>
            <a:ext cx="228957" cy="228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9491" y="2484477"/>
            <a:ext cx="2781657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Role-Based Authentication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39491" y="2825591"/>
            <a:ext cx="5435084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 system with distinct access levels for citizens, administrators, and department staff.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78541" y="1671638"/>
            <a:ext cx="5789533" cy="1805464"/>
          </a:xfrm>
          <a:prstGeom prst="roundRect">
            <a:avLst>
              <a:gd name="adj" fmla="val 39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55706" y="1848803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5605" y="1988701"/>
            <a:ext cx="228957" cy="2289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55706" y="2484477"/>
            <a:ext cx="3472934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 Submission &amp; Tracking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555706" y="2825591"/>
            <a:ext cx="5435203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Citizens submit detailed complaints with document attachments and track real-time status updates.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462326" y="3603903"/>
            <a:ext cx="5789414" cy="1805464"/>
          </a:xfrm>
          <a:prstGeom prst="roundRect">
            <a:avLst>
              <a:gd name="adj" fmla="val 39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639491" y="3781068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79389" y="3920966"/>
            <a:ext cx="228957" cy="22895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39491" y="4416743"/>
            <a:ext cx="2838212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 Updates &amp; Feedback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639491" y="4757857"/>
            <a:ext cx="5435084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notifications keep users informed while feedback mechanisms ensure service quality.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78541" y="3603903"/>
            <a:ext cx="5789533" cy="1805464"/>
          </a:xfrm>
          <a:prstGeom prst="roundRect">
            <a:avLst>
              <a:gd name="adj" fmla="val 39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55706" y="3781068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95605" y="3920966"/>
            <a:ext cx="228957" cy="22895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55706" y="4416743"/>
            <a:ext cx="2160151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Intelligent Escalation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7555706" y="4757857"/>
            <a:ext cx="5435203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escalation triggers when complaints exceed resolution timeframes, preventing delays.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1462326" y="5536168"/>
            <a:ext cx="5789414" cy="1805464"/>
          </a:xfrm>
          <a:prstGeom prst="roundRect">
            <a:avLst>
              <a:gd name="adj" fmla="val 39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639491" y="5713333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4950B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79389" y="5853232"/>
            <a:ext cx="228957" cy="22895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39491" y="6349008"/>
            <a:ext cx="2162889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Dashboard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1639491" y="6690122"/>
            <a:ext cx="5435084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analytics provide insights into complaint patterns, resolution times, and department performance.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378541" y="5536168"/>
            <a:ext cx="5789533" cy="1805464"/>
          </a:xfrm>
          <a:prstGeom prst="roundRect">
            <a:avLst>
              <a:gd name="adj" fmla="val 394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555706" y="5713333"/>
            <a:ext cx="508873" cy="508873"/>
          </a:xfrm>
          <a:prstGeom prst="roundRect">
            <a:avLst>
              <a:gd name="adj" fmla="val 17967323"/>
            </a:avLst>
          </a:prstGeom>
          <a:solidFill>
            <a:srgbClr val="4950BC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95605" y="5853232"/>
            <a:ext cx="228957" cy="22895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55706" y="6349008"/>
            <a:ext cx="2120503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 Generation</a:t>
            </a:r>
            <a:endParaRPr lang="en-US" sz="1650" dirty="0"/>
          </a:p>
        </p:txBody>
      </p:sp>
      <p:sp>
        <p:nvSpPr>
          <p:cNvPr id="32" name="Text 24"/>
          <p:cNvSpPr/>
          <p:nvPr/>
        </p:nvSpPr>
        <p:spPr>
          <a:xfrm>
            <a:off x="7555706" y="6690122"/>
            <a:ext cx="5435203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complaint data and performance metrics as PDF reports for official documentation.</a:t>
            </a:r>
            <a:endParaRPr lang="en-US" sz="13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3DE537-B9C2-EF75-54DC-635A132A07CC}"/>
              </a:ext>
            </a:extLst>
          </p:cNvPr>
          <p:cNvSpPr/>
          <p:nvPr/>
        </p:nvSpPr>
        <p:spPr>
          <a:xfrm>
            <a:off x="12669253" y="7676147"/>
            <a:ext cx="1828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60031" y="1922740"/>
            <a:ext cx="3383518" cy="42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960031" y="2547461"/>
            <a:ext cx="203013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Framework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960031" y="2892028"/>
            <a:ext cx="3933349" cy="1111806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10526" y="3042523"/>
            <a:ext cx="1691759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Django (Python)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10526" y="3334703"/>
            <a:ext cx="3632359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web framework providing ORM, authentication, and admin interface. Handles business logic and API endpoints efficiently.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60031" y="4084558"/>
            <a:ext cx="3933349" cy="1111806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10526" y="4235053"/>
            <a:ext cx="1691759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10526" y="4527233"/>
            <a:ext cx="3632359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database engine storing user data, complaints, and system metadata. Easy deployment and maintenance.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60031" y="5277088"/>
            <a:ext cx="3933349" cy="938927"/>
          </a:xfrm>
          <a:prstGeom prst="roundRect">
            <a:avLst>
              <a:gd name="adj" fmla="val 6054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10526" y="5427583"/>
            <a:ext cx="1691759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Pillow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10526" y="5719763"/>
            <a:ext cx="3632359" cy="345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processing library enabling complaint document uploads and thumbnail generation for efficient storage.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231041" y="2547461"/>
            <a:ext cx="2272903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Technologies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0231041" y="2892028"/>
            <a:ext cx="3933349" cy="1111806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81536" y="3042523"/>
            <a:ext cx="1691759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 &amp; CSS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381536" y="3334703"/>
            <a:ext cx="3632359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markup and responsive styling ensuring cross-browser compatibility and accessible design principles.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231041" y="4084558"/>
            <a:ext cx="3933349" cy="1111806"/>
          </a:xfrm>
          <a:prstGeom prst="roundRect">
            <a:avLst>
              <a:gd name="adj" fmla="val 511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81536" y="4235053"/>
            <a:ext cx="1691759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381536" y="4527233"/>
            <a:ext cx="3632359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client-side functionality including form validation, dynamic content loading, and real-time updates.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0231041" y="5277088"/>
            <a:ext cx="3933349" cy="938927"/>
          </a:xfrm>
          <a:prstGeom prst="roundRect">
            <a:avLst>
              <a:gd name="adj" fmla="val 6054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81536" y="5427583"/>
            <a:ext cx="1691759" cy="211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Chart.js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381536" y="5719763"/>
            <a:ext cx="3632359" cy="345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data visualization library rendering analytics dashboards with bar charts, pie charts, and line graphs.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ACFD63-824F-B1E0-1E55-56BCADF06FBF}"/>
              </a:ext>
            </a:extLst>
          </p:cNvPr>
          <p:cNvSpPr/>
          <p:nvPr/>
        </p:nvSpPr>
        <p:spPr>
          <a:xfrm>
            <a:off x="12669253" y="7676147"/>
            <a:ext cx="1828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0805" y="1113830"/>
            <a:ext cx="4082891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80805" y="1859280"/>
            <a:ext cx="11268789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complaint management process follows a structured four-stage workflow ensuring accountability and timely resolution.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805" y="2216229"/>
            <a:ext cx="816531" cy="9798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14851" y="2379464"/>
            <a:ext cx="3354229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 Registration &amp; Submission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614851" y="2705100"/>
            <a:ext cx="1033474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Citizens create accounts and submit complaints with detailed descriptions, categories, and supporting documents.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805" y="3196114"/>
            <a:ext cx="816531" cy="9798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14851" y="3359348"/>
            <a:ext cx="2616994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Administrator Assignment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614851" y="3684984"/>
            <a:ext cx="1033474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review incoming complaints and assign them to appropriate departments based on complaint category and urgency.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805" y="4175998"/>
            <a:ext cx="816531" cy="9798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14851" y="4339233"/>
            <a:ext cx="2354818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 Processing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2614851" y="4664869"/>
            <a:ext cx="1033474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Assigned departments update complaint status, add resolution notes, and mark issues as resolved upon completion.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0805" y="5155883"/>
            <a:ext cx="816531" cy="9798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14851" y="5319117"/>
            <a:ext cx="211538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Automatic Escalation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2614851" y="5644753"/>
            <a:ext cx="1033474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automatically escalates complaints that exceed predefined resolution timeframes to higher authorities.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0805" y="6135767"/>
            <a:ext cx="816531" cy="9798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614851" y="6299002"/>
            <a:ext cx="2041446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 Feedback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2614851" y="6624638"/>
            <a:ext cx="1033474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Citizens rate resolution quality and provide feedback, contributing to continuous service improvement.</a:t>
            </a:r>
            <a:endParaRPr lang="en-US" sz="12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66DA6B-4EA4-28AC-9AD4-E29E1EB61931}"/>
              </a:ext>
            </a:extLst>
          </p:cNvPr>
          <p:cNvSpPr/>
          <p:nvPr/>
        </p:nvSpPr>
        <p:spPr>
          <a:xfrm>
            <a:off x="12669253" y="7676147"/>
            <a:ext cx="1828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31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Modules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80558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18055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Management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2296001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user registration, authentication, and role-based permission management. Includes password reset and account settings.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180558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18055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 Module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2296001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complaint lifecycle management including submission, categorization, status tracking, and document management features.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180558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1805583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Administrator Dashboard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2650331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control panel for managing users, assigning complaints, monitoring system performance, and generating reports.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18472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4918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 Panel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408890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interface for departments to view assigned complaints, update progress, and document resolution actions.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4918472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4918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Analytics &amp; Reports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86356" y="5408890"/>
            <a:ext cx="330815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analytics dashboard displaying complaint trends, resolution statistics, and performance metrics with export capabilities.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96CFF2-7774-5F82-011F-D621863B2F81}"/>
              </a:ext>
            </a:extLst>
          </p:cNvPr>
          <p:cNvSpPr/>
          <p:nvPr/>
        </p:nvSpPr>
        <p:spPr>
          <a:xfrm>
            <a:off x="12669253" y="7676147"/>
            <a:ext cx="1828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2215" y="482918"/>
            <a:ext cx="550306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Vision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32215" y="2961323"/>
            <a:ext cx="251424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Impact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532215" y="3325178"/>
            <a:ext cx="268176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532215" y="3763328"/>
            <a:ext cx="7374731" cy="106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complaint classification and automatic department routing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deployment using AWS or Azure for enterprise-scale operations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application for iOS and Android platforms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SMS and email notification services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3427" y="1331833"/>
            <a:ext cx="3782258" cy="504301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32215" y="6653451"/>
            <a:ext cx="377071" cy="37707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33111" y="6710958"/>
            <a:ext cx="209526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Efficiency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033111" y="7047190"/>
            <a:ext cx="325124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complaint handling reduces processing time and eliminates manual tracking overhead.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39132" y="6653451"/>
            <a:ext cx="377071" cy="37707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0028" y="6710958"/>
            <a:ext cx="243113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Transparency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0028" y="7047190"/>
            <a:ext cx="325124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and status updates build trust between citizens and service providers.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346049" y="6653451"/>
            <a:ext cx="377071" cy="377071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46945" y="6710958"/>
            <a:ext cx="220706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46945" y="7047190"/>
            <a:ext cx="3251240" cy="699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expansion to government systems with thousands of users and concurrent complaints.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159F99-EF00-2D23-27FE-7E9E19D7BE1E}"/>
              </a:ext>
            </a:extLst>
          </p:cNvPr>
          <p:cNvSpPr/>
          <p:nvPr/>
        </p:nvSpPr>
        <p:spPr>
          <a:xfrm>
            <a:off x="12669253" y="7676147"/>
            <a:ext cx="1828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Custom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Inter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Ashwini Sahoo</cp:lastModifiedBy>
  <cp:revision>2</cp:revision>
  <dcterms:created xsi:type="dcterms:W3CDTF">2026-03-27T13:25:02Z</dcterms:created>
  <dcterms:modified xsi:type="dcterms:W3CDTF">2026-03-27T13:27:17Z</dcterms:modified>
</cp:coreProperties>
</file>